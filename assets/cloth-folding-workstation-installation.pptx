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3" r:id="rId5"/>
    <p:sldId id="265" r:id="rId6"/>
    <p:sldId id="266" r:id="rId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228"/>
        <p:guide pos="290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4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764540"/>
            <a:ext cx="8173085" cy="501078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箭头连接符 1"/>
          <p:cNvCxnSpPr/>
          <p:nvPr/>
        </p:nvCxnSpPr>
        <p:spPr>
          <a:xfrm>
            <a:off x="2700020" y="1196975"/>
            <a:ext cx="360045" cy="33464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078990" y="839470"/>
            <a:ext cx="1207770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r>
              <a:rPr lang="zh-CN" altLang="en-US"/>
              <a:t>根</a:t>
            </a:r>
            <a:r>
              <a:rPr lang="en-US" altLang="zh-CN"/>
              <a:t>1570</a:t>
            </a:r>
            <a:endParaRPr lang="en-US" altLang="zh-CN"/>
          </a:p>
        </p:txBody>
      </p:sp>
      <p:cxnSp>
        <p:nvCxnSpPr>
          <p:cNvPr id="4" name="直接箭头连接符 3"/>
          <p:cNvCxnSpPr/>
          <p:nvPr/>
        </p:nvCxnSpPr>
        <p:spPr>
          <a:xfrm>
            <a:off x="612140" y="2634615"/>
            <a:ext cx="360045" cy="33464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1750" y="2252345"/>
            <a:ext cx="1068705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6</a:t>
            </a:r>
            <a:r>
              <a:rPr lang="zh-CN" altLang="en-US"/>
              <a:t>根</a:t>
            </a:r>
            <a:r>
              <a:rPr lang="en-US" altLang="zh-CN"/>
              <a:t>700</a:t>
            </a:r>
            <a:endParaRPr lang="en-US" altLang="zh-CN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2484120" y="5085080"/>
            <a:ext cx="647700" cy="21336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763395" y="5373370"/>
            <a:ext cx="1052195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r>
              <a:rPr lang="zh-CN" altLang="en-US"/>
              <a:t>根</a:t>
            </a:r>
            <a:r>
              <a:rPr lang="en-US" altLang="zh-CN"/>
              <a:t>980</a:t>
            </a:r>
            <a:endParaRPr lang="en-US" altLang="zh-CN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5363845" y="836930"/>
            <a:ext cx="144145" cy="64770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147945" y="260350"/>
            <a:ext cx="1315085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r>
              <a:rPr lang="zh-CN" altLang="en-US"/>
              <a:t>根</a:t>
            </a:r>
            <a:r>
              <a:rPr lang="en-US" altLang="zh-CN"/>
              <a:t>1570 4080</a:t>
            </a:r>
            <a:r>
              <a:rPr lang="zh-CN" altLang="en-US"/>
              <a:t>型材</a:t>
            </a:r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4860290" y="4580890"/>
            <a:ext cx="576580" cy="84455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716145" y="5500370"/>
            <a:ext cx="2967990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8</a:t>
            </a:r>
            <a:r>
              <a:rPr lang="zh-CN" altLang="en-US"/>
              <a:t>根斜撑（用斜撑角件</a:t>
            </a:r>
            <a:r>
              <a:rPr lang="zh-CN" altLang="en-US"/>
              <a:t>固定）</a:t>
            </a:r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971550" y="4149090"/>
            <a:ext cx="288290" cy="36004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07315" y="4509135"/>
            <a:ext cx="1068705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r>
              <a:rPr lang="zh-CN" altLang="en-US"/>
              <a:t>根</a:t>
            </a:r>
            <a:r>
              <a:rPr lang="en-US" altLang="zh-CN"/>
              <a:t>200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475740" y="5989320"/>
            <a:ext cx="6967855" cy="826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15" name="直接箭头连接符 14"/>
          <p:cNvCxnSpPr>
            <a:stCxn id="16" idx="2"/>
          </p:cNvCxnSpPr>
          <p:nvPr/>
        </p:nvCxnSpPr>
        <p:spPr>
          <a:xfrm>
            <a:off x="8122285" y="1484630"/>
            <a:ext cx="481965" cy="72009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595870" y="1127125"/>
            <a:ext cx="1052195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垫块</a:t>
            </a:r>
            <a:endParaRPr lang="zh-CN" altLang="en-US"/>
          </a:p>
        </p:txBody>
      </p:sp>
      <p:cxnSp>
        <p:nvCxnSpPr>
          <p:cNvPr id="19" name="直接箭头连接符 18"/>
          <p:cNvCxnSpPr>
            <a:stCxn id="16" idx="1"/>
          </p:cNvCxnSpPr>
          <p:nvPr/>
        </p:nvCxnSpPr>
        <p:spPr>
          <a:xfrm flipH="1" flipV="1">
            <a:off x="6516370" y="1268730"/>
            <a:ext cx="1079500" cy="3746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0.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840" y="417830"/>
            <a:ext cx="6868160" cy="6022975"/>
          </a:xfrm>
          <a:prstGeom prst="rect">
            <a:avLst/>
          </a:prstGeom>
        </p:spPr>
      </p:pic>
      <p:cxnSp>
        <p:nvCxnSpPr>
          <p:cNvPr id="4" name="直接箭头连接符 3"/>
          <p:cNvCxnSpPr>
            <a:stCxn id="5" idx="2"/>
          </p:cNvCxnSpPr>
          <p:nvPr/>
        </p:nvCxnSpPr>
        <p:spPr>
          <a:xfrm flipH="1">
            <a:off x="1547495" y="546735"/>
            <a:ext cx="18415" cy="43434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827405" y="188595"/>
            <a:ext cx="1476375" cy="358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M8X35</a:t>
            </a:r>
            <a:r>
              <a:rPr lang="zh-CN" altLang="en-US"/>
              <a:t>螺丝</a:t>
            </a:r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3059430" y="4940935"/>
            <a:ext cx="432435" cy="57658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691640" y="5589270"/>
            <a:ext cx="4875530" cy="735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40</a:t>
            </a:r>
            <a:r>
              <a:rPr lang="zh-CN" altLang="en-US"/>
              <a:t>角件、</a:t>
            </a:r>
            <a:r>
              <a:rPr lang="en-US" altLang="zh-CN"/>
              <a:t>M6X16</a:t>
            </a:r>
            <a:r>
              <a:rPr lang="zh-CN" altLang="en-US"/>
              <a:t>螺丝、平垫、</a:t>
            </a:r>
            <a:r>
              <a:rPr lang="en-US" altLang="zh-CN"/>
              <a:t>T</a:t>
            </a:r>
            <a:r>
              <a:rPr lang="zh-CN" altLang="en-US"/>
              <a:t>型</a:t>
            </a:r>
            <a:r>
              <a:rPr lang="zh-CN" altLang="en-US"/>
              <a:t>螺母</a:t>
            </a:r>
            <a:endParaRPr lang="zh-CN" altLang="en-US"/>
          </a:p>
          <a:p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>
            <a:off x="1763395" y="621030"/>
            <a:ext cx="648335" cy="79184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1043305" y="548640"/>
            <a:ext cx="432435" cy="367220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2051685" y="546735"/>
            <a:ext cx="648335" cy="79184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7164070" y="1700530"/>
            <a:ext cx="144145" cy="100838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299835" y="1412875"/>
            <a:ext cx="1476375" cy="358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M8X35</a:t>
            </a:r>
            <a:r>
              <a:rPr lang="zh-CN" altLang="en-US"/>
              <a:t>螺丝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43305" y="6396990"/>
            <a:ext cx="5859780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有沉头孔位优先锁</a:t>
            </a:r>
            <a:r>
              <a:rPr lang="en-US" altLang="zh-CN"/>
              <a:t>M8</a:t>
            </a:r>
            <a:r>
              <a:rPr lang="zh-CN" altLang="en-US"/>
              <a:t>螺丝，没沉头孔的用角件</a:t>
            </a:r>
            <a:r>
              <a:rPr lang="zh-CN" altLang="en-US"/>
              <a:t>连接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20260629-2145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559435"/>
            <a:ext cx="9016365" cy="5071745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H="1">
            <a:off x="5292090" y="2493645"/>
            <a:ext cx="1440180" cy="21526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659880" y="2277110"/>
            <a:ext cx="1257300" cy="445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斜撑</a:t>
            </a:r>
            <a:r>
              <a:rPr lang="zh-CN" altLang="en-US"/>
              <a:t>角件</a:t>
            </a:r>
            <a:endParaRPr lang="zh-CN" altLang="en-US"/>
          </a:p>
        </p:txBody>
      </p:sp>
      <p:cxnSp>
        <p:nvCxnSpPr>
          <p:cNvPr id="3" name="直接箭头连接符 2"/>
          <p:cNvCxnSpPr>
            <a:stCxn id="8" idx="2"/>
          </p:cNvCxnSpPr>
          <p:nvPr/>
        </p:nvCxnSpPr>
        <p:spPr>
          <a:xfrm flipH="1">
            <a:off x="7019925" y="2722245"/>
            <a:ext cx="268605" cy="106680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699385" y="2780665"/>
            <a:ext cx="1257300" cy="445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钣金</a:t>
            </a:r>
            <a:r>
              <a:rPr lang="zh-CN" altLang="en-US"/>
              <a:t>件</a:t>
            </a:r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683260" y="2997200"/>
            <a:ext cx="2088515" cy="108013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 flipV="1">
            <a:off x="467360" y="1844675"/>
            <a:ext cx="2304415" cy="108013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3491865" y="3140710"/>
            <a:ext cx="1080135" cy="79248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3419475" y="2493010"/>
            <a:ext cx="1152525" cy="36004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69240" y="5852795"/>
            <a:ext cx="841565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钣金件：每块木板用</a:t>
            </a:r>
            <a:r>
              <a:rPr lang="en-US" altLang="zh-CN"/>
              <a:t>4</a:t>
            </a:r>
            <a:r>
              <a:rPr lang="zh-CN" altLang="en-US"/>
              <a:t>个钣金件固定，锁四个角。先装</a:t>
            </a:r>
            <a:r>
              <a:rPr lang="en-US" altLang="zh-CN"/>
              <a:t>4</a:t>
            </a:r>
            <a:r>
              <a:rPr lang="zh-CN" altLang="en-US"/>
              <a:t>块木板，用去</a:t>
            </a:r>
            <a:r>
              <a:rPr lang="en-US" altLang="zh-CN"/>
              <a:t>16</a:t>
            </a:r>
            <a:r>
              <a:rPr lang="zh-CN" altLang="en-US"/>
              <a:t>个钣金件，</a:t>
            </a:r>
            <a:r>
              <a:rPr lang="en-US" altLang="zh-CN"/>
              <a:t>  	</a:t>
            </a:r>
            <a:r>
              <a:rPr lang="zh-CN" altLang="en-US"/>
              <a:t>剩</a:t>
            </a:r>
            <a:r>
              <a:rPr lang="en-US" altLang="zh-CN"/>
              <a:t>4</a:t>
            </a:r>
            <a:r>
              <a:rPr lang="zh-CN" altLang="en-US"/>
              <a:t>个装电视下边防</a:t>
            </a:r>
            <a:r>
              <a:rPr lang="zh-CN" altLang="en-US"/>
              <a:t>掉落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131820" y="981075"/>
            <a:ext cx="1990090" cy="309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</a:rPr>
              <a:t>钣金件（托</a:t>
            </a:r>
            <a:r>
              <a:rPr lang="zh-CN" altLang="en-US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</a:rPr>
              <a:t>电视）</a:t>
            </a:r>
            <a:endParaRPr lang="zh-CN" altLang="en-US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3851910" y="1412875"/>
            <a:ext cx="648335" cy="72009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2051685" y="1353820"/>
            <a:ext cx="1184910" cy="49085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img_v3_02134_11a24b0e-7da9-48c0-a47b-3e9821986f9g"/>
          <p:cNvPicPr>
            <a:picLocks noChangeAspect="1"/>
          </p:cNvPicPr>
          <p:nvPr/>
        </p:nvPicPr>
        <p:blipFill>
          <a:blip r:embed="rId1"/>
          <a:srcRect b="13250"/>
          <a:stretch>
            <a:fillRect/>
          </a:stretch>
        </p:blipFill>
        <p:spPr>
          <a:xfrm>
            <a:off x="1115695" y="404495"/>
            <a:ext cx="3857625" cy="5949315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H="1">
            <a:off x="3131820" y="3933190"/>
            <a:ext cx="2016125" cy="11176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076190" y="3717290"/>
            <a:ext cx="3133090" cy="904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M6X16</a:t>
            </a:r>
            <a:r>
              <a:rPr lang="zh-CN" altLang="en-US"/>
              <a:t>螺丝、平垫、</a:t>
            </a:r>
            <a:r>
              <a:rPr lang="en-US" altLang="zh-CN"/>
              <a:t>T</a:t>
            </a:r>
            <a:r>
              <a:rPr lang="zh-CN" altLang="en-US"/>
              <a:t>型</a:t>
            </a:r>
            <a:r>
              <a:rPr lang="zh-CN" altLang="en-US"/>
              <a:t>螺母</a:t>
            </a:r>
            <a:endParaRPr lang="zh-CN" altLang="en-US"/>
          </a:p>
          <a:p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3491865" y="2780665"/>
            <a:ext cx="1955165" cy="64833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375275" y="2564765"/>
            <a:ext cx="3133090" cy="904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M6X14</a:t>
            </a:r>
            <a:r>
              <a:rPr lang="zh-CN" altLang="en-US"/>
              <a:t>自攻螺丝、平垫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203575" y="1341120"/>
            <a:ext cx="1059180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木板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5180965" y="1196975"/>
            <a:ext cx="3759835" cy="929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装木板时需要一人从外顶着木板，</a:t>
            </a:r>
            <a:r>
              <a:rPr lang="zh-CN" altLang="en-US" b="1"/>
              <a:t>保持紧密靠边，另一人打自攻螺丝</a:t>
            </a:r>
            <a:endParaRPr lang="zh-CN" altLang="en-US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批注 2026-06-29 220605"/>
          <p:cNvPicPr>
            <a:picLocks noChangeAspect="1"/>
          </p:cNvPicPr>
          <p:nvPr/>
        </p:nvPicPr>
        <p:blipFill>
          <a:blip r:embed="rId1"/>
          <a:srcRect l="5903" r="5111"/>
          <a:stretch>
            <a:fillRect/>
          </a:stretch>
        </p:blipFill>
        <p:spPr>
          <a:xfrm>
            <a:off x="611505" y="1268730"/>
            <a:ext cx="8136890" cy="5431155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 flipH="1">
            <a:off x="4427855" y="1268730"/>
            <a:ext cx="432435" cy="115189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923665" y="908685"/>
            <a:ext cx="3310890" cy="417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最后放电视、</a:t>
            </a:r>
            <a:r>
              <a:rPr lang="zh-CN" altLang="en-US"/>
              <a:t>玻璃垫块、玻璃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</Words>
  <Application>WPS 演示</Application>
  <PresentationFormat/>
  <Paragraphs>42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 Unicode MS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W10</dc:creator>
  <cp:lastModifiedBy>WPS_1778122849</cp:lastModifiedBy>
  <cp:revision>19</cp:revision>
  <dcterms:created xsi:type="dcterms:W3CDTF">2026-06-29T08:53:00Z</dcterms:created>
  <dcterms:modified xsi:type="dcterms:W3CDTF">2026-06-30T01:56:22Z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E43F2000E1814C4F980B19A77497424F_13</vt:lpwstr>
  </property>
</Properties>
</file>